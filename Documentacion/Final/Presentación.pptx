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BFF97-4059-2021-4D12-4CA932773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419B99-4DF5-8C6B-6FAA-10E53CD3F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7FD9A3-A017-78E5-22C1-89A9192D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0556F8-EC36-F9A2-E4E1-F19B364F7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4E4C23-D682-CE5A-6456-1B120834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4525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1D666-B3DA-12D7-B938-A9993A4C2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741926-57CE-F0A7-2747-EF46A493A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86CE6C-FF8E-22DE-F1FA-1E22EFF40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D435C-3302-9A67-ABC7-F111ADE5F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101F00-7B27-DAB5-6DCC-F253812D5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0853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ABC45-72D0-4BFE-2B90-E3698CE1C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0403C2-F198-F944-DB54-94A1D8A51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BD62D1-BEF1-A672-DA9D-016F4C94F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95B0F0-A60A-09A3-7F6E-EA74DA2AE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39D974-3C79-0C85-F4AC-3F934A7B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8242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2B820-9AE3-E709-5146-8E79FE7F3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808335-757E-C026-4AB7-4EA06D025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AA5684-00A9-5E16-A474-E1D218B73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A78C2B-166E-4972-B9AB-C5C4DD417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6F64C7-0FE1-4930-12D9-F46FE9B6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7A341C-5306-E9BE-D0BF-2C0191D2E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5882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3744A-3260-4D6A-8F8E-CCF06D750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68A02E-EC73-8576-43C3-9D2D3736B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FE184F-91D4-C223-35F9-FD7053562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7D8DB87-44D9-6C01-7CA5-971988BC3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CDD43A8-1E2F-1722-9143-A26BAEC713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69A5E79-4EBF-9797-00FB-6C01963C2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3F50FFF-03C0-7B63-8DB4-7A12F397C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E3122FE-B198-1C8C-942E-FAB3D4ADB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321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7EF327-A8CE-3B9B-E5ED-830966499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C7D7D6A-C361-0538-9AC0-116C1238F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049557-3D3E-0720-3D82-539E908EB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8DA76E-4FC8-44B6-9ACE-74619DB5C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4030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BADBD9A-9B72-F6B2-2986-843CC92EF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22DB0-A2B2-3FEB-33A8-25255A413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C93FD6-3F6E-3A7E-3FB4-7A1173B2D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2954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09DAA-6EB1-3A63-E24F-C5FCB5945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A0CDF6-36EF-D3E7-7437-A0D20897E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3324B6-63A9-E89F-A936-098EEC515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91026B-C55C-088F-97A7-351E6B1FE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27EF78-608F-8E20-CA2D-D33E5DD70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309C11-DCFA-5CB7-35E2-75A65B87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262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8FA43E-CFE8-CD8E-1A70-C404992AE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FC60D60-79FE-92A2-2CE9-D28CC6B08A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5A6263-C836-D0E6-0E0D-3E80565B5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AE00F6-1913-22AB-6FD8-185BA9E6A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F4843F-3297-D222-7526-77D125A08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1BC624-5E65-931E-5A01-07872253C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6248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729BE-7033-F15E-8409-33DAB880A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8C1608-9486-E389-37C6-A69662F4A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63CB59-7917-9AF1-2B54-4811B76E2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BCDED9-B128-377E-831D-FE29B5F43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E3163C-BEAB-6C20-73BA-39B8F3284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154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8AA694-D03E-82FB-7E20-48F7C407F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BC3119-B2E3-E1DD-E874-7B67CC6B1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6E19B0-BA3A-E331-F17A-4D70D4A2F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8C149D-CEE5-6311-50B5-FEDB96904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B49A95-1660-3D6F-C826-B5AE09AFC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059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35BB0AB-3A6F-2BA5-A857-AD90860C8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085A4-ACD3-2950-403E-B92D1DC94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63755D-B7CD-F792-E556-E6D3012B3E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79BE41-57A4-4D77-8501-5A7FA9A096AF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887B4D-A1E0-6EBB-9B0E-1BEC2A1CF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DC4B24-56FA-F559-49DC-271A4DC9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5740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6" name="Rectangle 1030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EFAFB4-DBB1-68EF-8B45-C10AF392E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s-ES" sz="5100" dirty="0"/>
              <a:t>IMPLANTACIÓN DE SERVIDOR PXE BASADO EN FOG PROJECT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809B9E-E3BF-4C49-BF5C-6FF9A1168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es-ES" dirty="0"/>
              <a:t>Cristóbal Suárez Abad</a:t>
            </a:r>
          </a:p>
          <a:p>
            <a:r>
              <a:rPr lang="es-ES" dirty="0"/>
              <a:t>PROYECTO INTERMODULAR DE ADMINISTRACIÓN DE SISTEMAS INFORMÁTICOS EN RED </a:t>
            </a:r>
          </a:p>
          <a:p>
            <a:r>
              <a:rPr lang="es-ES" dirty="0"/>
              <a:t>2º ASIR</a:t>
            </a:r>
          </a:p>
        </p:txBody>
      </p:sp>
      <p:sp>
        <p:nvSpPr>
          <p:cNvPr id="1038" name="Freeform: Shape 1032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1" name="Freeform: Shape 1040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86CFD9-71A7-330C-F7BA-BE7A5B4D3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-1"/>
          <a:stretch>
            <a:fillRect/>
          </a:stretch>
        </p:blipFill>
        <p:spPr bwMode="auto"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Freeform: Shape 1042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64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AC754-5B11-F520-83B0-58BE6F6B9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Problema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4F94AA-FEF5-C46B-38D4-8A06759B8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68711" cy="4351338"/>
          </a:xfrm>
        </p:spPr>
        <p:txBody>
          <a:bodyPr>
            <a:normAutofit lnSpcReduction="10000"/>
          </a:bodyPr>
          <a:lstStyle/>
          <a:p>
            <a:r>
              <a:rPr lang="es-ES" dirty="0"/>
              <a:t>Consume tiempo del técnico.</a:t>
            </a:r>
          </a:p>
          <a:p>
            <a:r>
              <a:rPr lang="es-ES" dirty="0"/>
              <a:t>Fallo de un equipo puede bloquear a los demás.</a:t>
            </a:r>
          </a:p>
          <a:p>
            <a:r>
              <a:rPr lang="es-ES" dirty="0"/>
              <a:t>Problemas con discos de diferente tamaño y/o múltiples unidades.</a:t>
            </a:r>
          </a:p>
          <a:p>
            <a:r>
              <a:rPr lang="es-ES" dirty="0"/>
              <a:t>No hay gestión Post-Despliegue.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E963FCD-871F-192D-A81B-08C7CE263A49}"/>
              </a:ext>
            </a:extLst>
          </p:cNvPr>
          <p:cNvSpPr txBox="1">
            <a:spLocks/>
          </p:cNvSpPr>
          <p:nvPr/>
        </p:nvSpPr>
        <p:spPr>
          <a:xfrm>
            <a:off x="6761813" y="1825625"/>
            <a:ext cx="38687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Se gestiona desde un servidor central.</a:t>
            </a:r>
          </a:p>
          <a:p>
            <a:r>
              <a:rPr lang="es-ES" dirty="0"/>
              <a:t>Despliegues múltiples a prueba de fallos.</a:t>
            </a:r>
          </a:p>
          <a:p>
            <a:r>
              <a:rPr lang="es-ES" dirty="0"/>
              <a:t>Configuración de unidad de almacenamiento para cada host.</a:t>
            </a:r>
          </a:p>
          <a:p>
            <a:r>
              <a:rPr lang="es-ES" dirty="0"/>
              <a:t>Personalización de características tras el despliegue.</a:t>
            </a:r>
          </a:p>
        </p:txBody>
      </p:sp>
    </p:spTree>
    <p:extLst>
      <p:ext uri="{BB962C8B-B14F-4D97-AF65-F5344CB8AC3E}">
        <p14:creationId xmlns:p14="http://schemas.microsoft.com/office/powerpoint/2010/main" val="752241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FA7E6A-6152-F870-3368-8C6C7E10F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9BE464-2AF6-E84A-34C2-D02733545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898839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87</Words>
  <Application>Microsoft Office PowerPoint</Application>
  <PresentationFormat>Panorámica</PresentationFormat>
  <Paragraphs>14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IMPLANTACIÓN DE SERVIDOR PXE BASADO EN FOG PROJECT</vt:lpstr>
      <vt:lpstr>El Problema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Cristóbal Suárez Abad</dc:creator>
  <cp:lastModifiedBy>Cristóbal Suárez Abad</cp:lastModifiedBy>
  <cp:revision>8</cp:revision>
  <dcterms:created xsi:type="dcterms:W3CDTF">2026-05-09T14:45:49Z</dcterms:created>
  <dcterms:modified xsi:type="dcterms:W3CDTF">2026-05-09T16:05:26Z</dcterms:modified>
</cp:coreProperties>
</file>